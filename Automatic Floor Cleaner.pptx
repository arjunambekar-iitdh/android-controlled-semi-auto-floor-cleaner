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3"/>
  </p:notesMasterIdLst>
  <p:sldIdLst>
    <p:sldId id="270" r:id="rId2"/>
    <p:sldId id="271" r:id="rId3"/>
    <p:sldId id="272" r:id="rId4"/>
    <p:sldId id="273" r:id="rId5"/>
    <p:sldId id="274" r:id="rId6"/>
    <p:sldId id="276" r:id="rId7"/>
    <p:sldId id="278" r:id="rId8"/>
    <p:sldId id="279" r:id="rId9"/>
    <p:sldId id="281" r:id="rId10"/>
    <p:sldId id="280" r:id="rId11"/>
    <p:sldId id="282" r:id="rId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70" d="100"/>
          <a:sy n="70" d="100"/>
        </p:scale>
        <p:origin x="-504" y="-168"/>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70BC1078-46ED-40F9-8930-935BAD7C2B02}" type="datetimeFigureOut">
              <a:rPr lang="zh-CN" altLang="en-US" smtClean="0"/>
              <a:pPr/>
              <a:t>2018/10/27</a:t>
            </a:fld>
            <a:endParaRPr lang="zh-CN" alt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5B52ADC-5BFA-4FBD-BEE2-16096B7F4166}"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5B52ADC-5BFA-4FBD-BEE2-16096B7F4166}" type="slidenum">
              <a:rPr lang="zh-CN" altLang="en-US" smtClean="0"/>
              <a:pPr/>
              <a:t>‹#›</a:t>
            </a:fld>
            <a:endParaRPr lang="zh-CN" alt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5B52ADC-5BFA-4FBD-BEE2-16096B7F4166}" type="slidenum">
              <a:rPr lang="zh-CN" altLang="en-US" smtClean="0"/>
              <a:pPr/>
              <a:t>‹#›</a:t>
            </a:fld>
            <a:endParaRPr lang="zh-CN" altLang="en-US"/>
          </a:p>
        </p:txBody>
      </p:sp>
      <p:sp>
        <p:nvSpPr>
          <p:cNvPr id="14" name="Footer Placeholder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70BC1078-46ED-40F9-8930-935BAD7C2B02}" type="datetimeFigureOut">
              <a:rPr lang="zh-CN" altLang="en-US" smtClean="0"/>
              <a:pPr/>
              <a:t>2018/10/27</a:t>
            </a:fld>
            <a:endParaRPr lang="zh-CN" altLang="en-US"/>
          </a:p>
        </p:txBody>
      </p:sp>
      <p:sp>
        <p:nvSpPr>
          <p:cNvPr id="10" name="Slide Number Placeholder 9"/>
          <p:cNvSpPr>
            <a:spLocks noGrp="1"/>
          </p:cNvSpPr>
          <p:nvPr>
            <p:ph type="sldNum" sz="quarter" idx="16"/>
          </p:nvPr>
        </p:nvSpPr>
        <p:spPr/>
        <p:txBody>
          <a:bodyPr rtlCol="0"/>
          <a:lstStyle/>
          <a:p>
            <a:fld id="{D5B52ADC-5BFA-4FBD-BEE2-16096B7F4166}" type="slidenum">
              <a:rPr lang="zh-CN" altLang="en-US" smtClean="0"/>
              <a:pPr/>
              <a:t>‹#›</a:t>
            </a:fld>
            <a:endParaRPr lang="zh-CN" altLang="en-US"/>
          </a:p>
        </p:txBody>
      </p:sp>
      <p:sp>
        <p:nvSpPr>
          <p:cNvPr id="12" name="Footer Placeholder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70BC1078-46ED-40F9-8930-935BAD7C2B02}" type="datetimeFigureOut">
              <a:rPr lang="zh-CN" altLang="en-US" smtClean="0"/>
              <a:pPr/>
              <a:t>2018/10/27</a:t>
            </a:fld>
            <a:endParaRPr lang="zh-CN" altLang="en-US"/>
          </a:p>
        </p:txBody>
      </p:sp>
      <p:sp>
        <p:nvSpPr>
          <p:cNvPr id="12" name="Slide Number Placeholder 11"/>
          <p:cNvSpPr>
            <a:spLocks noGrp="1"/>
          </p:cNvSpPr>
          <p:nvPr>
            <p:ph type="sldNum" sz="quarter" idx="16"/>
          </p:nvPr>
        </p:nvSpPr>
        <p:spPr/>
        <p:txBody>
          <a:bodyPr rtlCol="0"/>
          <a:lstStyle/>
          <a:p>
            <a:fld id="{D5B52ADC-5BFA-4FBD-BEE2-16096B7F4166}" type="slidenum">
              <a:rPr lang="zh-CN" altLang="en-US" smtClean="0"/>
              <a:pPr/>
              <a:t>‹#›</a:t>
            </a:fld>
            <a:endParaRPr lang="zh-CN" altLang="en-US"/>
          </a:p>
        </p:txBody>
      </p:sp>
      <p:sp>
        <p:nvSpPr>
          <p:cNvPr id="14" name="Footer Placeholder 13"/>
          <p:cNvSpPr>
            <a:spLocks noGrp="1"/>
          </p:cNvSpPr>
          <p:nvPr>
            <p:ph type="ftr" sz="quarter" idx="17"/>
          </p:nvPr>
        </p:nvSpPr>
        <p:spPr/>
        <p:txBody>
          <a:bodyPr rtlCol="0"/>
          <a:lstStyle/>
          <a:p>
            <a:endParaRPr lang="zh-CN" alt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5B52ADC-5BFA-4FBD-BEE2-16096B7F4166}"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5B52ADC-5BFA-4FBD-BEE2-16096B7F4166}"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5B52ADC-5BFA-4FBD-BEE2-16096B7F4166}" type="slidenum">
              <a:rPr lang="zh-CN" altLang="en-US" smtClean="0"/>
              <a:pPr/>
              <a:t>‹#›</a:t>
            </a:fld>
            <a:endParaRPr lang="zh-CN" alt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70BC1078-46ED-40F9-8930-935BAD7C2B02}" type="datetimeFigureOut">
              <a:rPr lang="zh-CN" altLang="en-US" smtClean="0"/>
              <a:pPr/>
              <a:t>2018/10/27</a:t>
            </a:fld>
            <a:endParaRPr lang="zh-CN" alt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5B52ADC-5BFA-4FBD-BEE2-16096B7F4166}" type="slidenum">
              <a:rPr lang="zh-CN" altLang="en-US" smtClean="0"/>
              <a:pPr/>
              <a:t>‹#›</a:t>
            </a:fld>
            <a:endParaRPr lang="zh-CN" alt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zh-CN" alt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0BC1078-46ED-40F9-8930-935BAD7C2B02}" type="datetimeFigureOut">
              <a:rPr lang="zh-CN" altLang="en-US" smtClean="0"/>
              <a:pPr/>
              <a:t>2018/10/27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5B52ADC-5BFA-4FBD-BEE2-16096B7F4166}"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70BC1078-46ED-40F9-8930-935BAD7C2B02}" type="datetimeFigureOut">
              <a:rPr lang="zh-CN" altLang="en-US" smtClean="0"/>
              <a:pPr/>
              <a:t>2018/10/27</a:t>
            </a:fld>
            <a:endParaRPr lang="zh-CN" altLang="en-US"/>
          </a:p>
        </p:txBody>
      </p:sp>
      <p:sp>
        <p:nvSpPr>
          <p:cNvPr id="5" name="Footer Placeholder 4"/>
          <p:cNvSpPr>
            <a:spLocks noGrp="1"/>
          </p:cNvSpPr>
          <p:nvPr>
            <p:ph type="ftr" sz="quarter" idx="11"/>
          </p:nvPr>
        </p:nvSpPr>
        <p:spPr>
          <a:xfrm>
            <a:off x="457201" y="6248207"/>
            <a:ext cx="5573483" cy="365125"/>
          </a:xfrm>
        </p:spPr>
        <p:txBody>
          <a:bodyPr/>
          <a:lstStyle/>
          <a:p>
            <a:endParaRPr lang="zh-CN" alt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5B52ADC-5BFA-4FBD-BEE2-16096B7F4166}"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70BC1078-46ED-40F9-8930-935BAD7C2B02}" type="datetimeFigureOut">
              <a:rPr lang="zh-CN" altLang="en-US" smtClean="0"/>
              <a:pPr/>
              <a:t>2018/10/27</a:t>
            </a:fld>
            <a:endParaRPr lang="zh-CN" alt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5B52ADC-5BFA-4FBD-BEE2-16096B7F4166}"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ctrTitle"/>
          </p:nvPr>
        </p:nvSpPr>
        <p:spPr>
          <a:xfrm>
            <a:off x="532263" y="323239"/>
            <a:ext cx="7925937" cy="2387600"/>
          </a:xfrm>
        </p:spPr>
        <p:txBody>
          <a:bodyPr>
            <a:normAutofit/>
          </a:bodyPr>
          <a:lstStyle/>
          <a:p>
            <a:pPr algn="ctr"/>
            <a:r>
              <a:rPr lang="en-US" altLang="zh-CN" sz="5400" dirty="0" smtClean="0">
                <a:latin typeface="Times New Roman" pitchFamily="18" charset="0"/>
                <a:cs typeface="Times New Roman" pitchFamily="18" charset="0"/>
              </a:rPr>
              <a:t>AUTOMATIC FLOOR CLEANER</a:t>
            </a:r>
            <a:endParaRPr lang="en-US" altLang="zh-CN" sz="5400" dirty="0">
              <a:latin typeface="Times New Roman" pitchFamily="18" charset="0"/>
              <a:cs typeface="Times New Roman" pitchFamily="18" charset="0"/>
            </a:endParaRPr>
          </a:p>
        </p:txBody>
      </p:sp>
      <p:sp>
        <p:nvSpPr>
          <p:cNvPr id="1048598" name="Subtitle 2"/>
          <p:cNvSpPr>
            <a:spLocks noGrp="1"/>
          </p:cNvSpPr>
          <p:nvPr>
            <p:ph type="subTitle" idx="1"/>
          </p:nvPr>
        </p:nvSpPr>
        <p:spPr>
          <a:xfrm>
            <a:off x="1430382" y="2926079"/>
            <a:ext cx="6211389" cy="3122023"/>
          </a:xfrm>
        </p:spPr>
        <p:txBody>
          <a:bodyPr numCol="1">
            <a:normAutofit/>
          </a:bodyPr>
          <a:lstStyle/>
          <a:p>
            <a:pPr algn="l"/>
            <a:r>
              <a:rPr lang="en-US" altLang="zh-CN" sz="1800" dirty="0" err="1" smtClean="0">
                <a:solidFill>
                  <a:schemeClr val="tx1"/>
                </a:solidFill>
                <a:latin typeface="Times New Roman" pitchFamily="18" charset="0"/>
                <a:cs typeface="Times New Roman" pitchFamily="18" charset="0"/>
              </a:rPr>
              <a:t>Nagarjuna</a:t>
            </a:r>
            <a:r>
              <a:rPr lang="en-US" altLang="zh-CN" sz="1800" dirty="0" smtClean="0">
                <a:solidFill>
                  <a:schemeClr val="tx1"/>
                </a:solidFill>
                <a:latin typeface="Times New Roman" pitchFamily="18" charset="0"/>
                <a:cs typeface="Times New Roman" pitchFamily="18" charset="0"/>
              </a:rPr>
              <a:t> 				479EC15015</a:t>
            </a:r>
          </a:p>
          <a:p>
            <a:pPr algn="l"/>
            <a:r>
              <a:rPr lang="en-US" altLang="zh-CN" sz="1800" dirty="0" err="1" smtClean="0">
                <a:solidFill>
                  <a:schemeClr val="tx1"/>
                </a:solidFill>
                <a:latin typeface="Times New Roman" pitchFamily="18" charset="0"/>
                <a:cs typeface="Times New Roman" pitchFamily="18" charset="0"/>
              </a:rPr>
              <a:t>Uday</a:t>
            </a:r>
            <a:r>
              <a:rPr lang="en-US" altLang="zh-CN" sz="1800" dirty="0" smtClean="0">
                <a:solidFill>
                  <a:schemeClr val="tx1"/>
                </a:solidFill>
                <a:latin typeface="Times New Roman" pitchFamily="18" charset="0"/>
                <a:cs typeface="Times New Roman" pitchFamily="18" charset="0"/>
              </a:rPr>
              <a:t> Kumar G 				479EC15024</a:t>
            </a:r>
          </a:p>
          <a:p>
            <a:pPr algn="l"/>
            <a:r>
              <a:rPr lang="en-US" altLang="zh-CN" sz="1800" dirty="0" err="1" smtClean="0">
                <a:solidFill>
                  <a:schemeClr val="tx1"/>
                </a:solidFill>
                <a:latin typeface="Times New Roman" pitchFamily="18" charset="0"/>
                <a:cs typeface="Times New Roman" pitchFamily="18" charset="0"/>
              </a:rPr>
              <a:t>Afroza</a:t>
            </a:r>
            <a:r>
              <a:rPr lang="en-US" altLang="zh-CN" sz="1800" dirty="0" smtClean="0">
                <a:solidFill>
                  <a:schemeClr val="tx1"/>
                </a:solidFill>
                <a:latin typeface="Times New Roman" pitchFamily="18" charset="0"/>
                <a:cs typeface="Times New Roman" pitchFamily="18" charset="0"/>
              </a:rPr>
              <a:t> </a:t>
            </a:r>
            <a:r>
              <a:rPr lang="en-US" altLang="zh-CN" sz="1800" dirty="0" err="1" smtClean="0">
                <a:solidFill>
                  <a:schemeClr val="tx1"/>
                </a:solidFill>
                <a:latin typeface="Times New Roman" pitchFamily="18" charset="0"/>
                <a:cs typeface="Times New Roman" pitchFamily="18" charset="0"/>
              </a:rPr>
              <a:t>B</a:t>
            </a:r>
            <a:r>
              <a:rPr lang="en-US" altLang="zh-CN" sz="1800" dirty="0" err="1" smtClean="0">
                <a:solidFill>
                  <a:schemeClr val="tx1"/>
                </a:solidFill>
                <a:latin typeface="Times New Roman" pitchFamily="18" charset="0"/>
                <a:cs typeface="Times New Roman" pitchFamily="18" charset="0"/>
              </a:rPr>
              <a:t>anu</a:t>
            </a:r>
            <a:r>
              <a:rPr lang="en-US" altLang="zh-CN" sz="1800" dirty="0" smtClean="0">
                <a:solidFill>
                  <a:schemeClr val="tx1"/>
                </a:solidFill>
                <a:latin typeface="Times New Roman" pitchFamily="18" charset="0"/>
                <a:cs typeface="Times New Roman" pitchFamily="18" charset="0"/>
              </a:rPr>
              <a:t> M  				479EC16001</a:t>
            </a:r>
          </a:p>
          <a:p>
            <a:pPr algn="l"/>
            <a:r>
              <a:rPr lang="en-US" altLang="zh-CN" sz="1800" dirty="0" err="1" smtClean="0">
                <a:solidFill>
                  <a:schemeClr val="tx1"/>
                </a:solidFill>
                <a:latin typeface="Times New Roman" pitchFamily="18" charset="0"/>
                <a:cs typeface="Times New Roman" pitchFamily="18" charset="0"/>
              </a:rPr>
              <a:t>Arjun</a:t>
            </a:r>
            <a:r>
              <a:rPr lang="en-US" altLang="zh-CN" sz="1800" dirty="0" smtClean="0">
                <a:solidFill>
                  <a:schemeClr val="tx1"/>
                </a:solidFill>
                <a:latin typeface="Times New Roman" pitchFamily="18" charset="0"/>
                <a:cs typeface="Times New Roman" pitchFamily="18" charset="0"/>
              </a:rPr>
              <a:t> A  					479EC16002</a:t>
            </a:r>
          </a:p>
          <a:p>
            <a:pPr algn="l"/>
            <a:r>
              <a:rPr lang="en-US" altLang="zh-CN" sz="1800" dirty="0" err="1" smtClean="0">
                <a:solidFill>
                  <a:schemeClr val="tx1"/>
                </a:solidFill>
                <a:latin typeface="Times New Roman" pitchFamily="18" charset="0"/>
                <a:cs typeface="Times New Roman" pitchFamily="18" charset="0"/>
              </a:rPr>
              <a:t>Nida</a:t>
            </a:r>
            <a:r>
              <a:rPr lang="en-US" altLang="zh-CN" sz="1800" dirty="0" smtClean="0">
                <a:solidFill>
                  <a:schemeClr val="tx1"/>
                </a:solidFill>
                <a:latin typeface="Times New Roman" pitchFamily="18" charset="0"/>
                <a:cs typeface="Times New Roman" pitchFamily="18" charset="0"/>
              </a:rPr>
              <a:t> </a:t>
            </a:r>
            <a:r>
              <a:rPr lang="en-US" altLang="zh-CN" sz="1800" dirty="0" err="1" smtClean="0">
                <a:solidFill>
                  <a:schemeClr val="tx1"/>
                </a:solidFill>
                <a:latin typeface="Times New Roman" pitchFamily="18" charset="0"/>
                <a:cs typeface="Times New Roman" pitchFamily="18" charset="0"/>
              </a:rPr>
              <a:t>Khanum</a:t>
            </a:r>
            <a:r>
              <a:rPr lang="en-US" altLang="zh-CN" sz="1800" dirty="0" smtClean="0">
                <a:solidFill>
                  <a:schemeClr val="tx1"/>
                </a:solidFill>
                <a:latin typeface="Times New Roman" pitchFamily="18" charset="0"/>
                <a:cs typeface="Times New Roman" pitchFamily="18" charset="0"/>
              </a:rPr>
              <a:t> 				479EC16005</a:t>
            </a:r>
          </a:p>
          <a:p>
            <a:pPr algn="l"/>
            <a:r>
              <a:rPr lang="en-US" altLang="zh-CN" sz="1800" dirty="0" err="1" smtClean="0">
                <a:solidFill>
                  <a:schemeClr val="tx1"/>
                </a:solidFill>
                <a:latin typeface="Times New Roman" pitchFamily="18" charset="0"/>
                <a:cs typeface="Times New Roman" pitchFamily="18" charset="0"/>
              </a:rPr>
              <a:t>Sai</a:t>
            </a:r>
            <a:r>
              <a:rPr lang="en-US" altLang="zh-CN" sz="1800" dirty="0" smtClean="0">
                <a:solidFill>
                  <a:schemeClr val="tx1"/>
                </a:solidFill>
                <a:latin typeface="Times New Roman" pitchFamily="18" charset="0"/>
                <a:cs typeface="Times New Roman" pitchFamily="18" charset="0"/>
              </a:rPr>
              <a:t> Kumar B 				479EC16006</a:t>
            </a:r>
          </a:p>
          <a:p>
            <a:pPr algn="l"/>
            <a:r>
              <a:rPr lang="en-US" altLang="zh-CN" sz="1800" dirty="0" err="1" smtClean="0">
                <a:solidFill>
                  <a:schemeClr val="tx1"/>
                </a:solidFill>
                <a:latin typeface="Times New Roman" pitchFamily="18" charset="0"/>
                <a:cs typeface="Times New Roman" pitchFamily="18" charset="0"/>
              </a:rPr>
              <a:t>Vinay</a:t>
            </a:r>
            <a:r>
              <a:rPr lang="en-US" altLang="zh-CN" sz="1800" dirty="0" smtClean="0">
                <a:solidFill>
                  <a:schemeClr val="tx1"/>
                </a:solidFill>
                <a:latin typeface="Times New Roman" pitchFamily="18" charset="0"/>
                <a:cs typeface="Times New Roman" pitchFamily="18" charset="0"/>
              </a:rPr>
              <a:t> Kumar P  				479EC16011</a:t>
            </a:r>
            <a:endParaRPr lang="en-US" altLang="zh-CN" sz="1800" dirty="0" smtClean="0">
              <a:solidFill>
                <a:schemeClr val="tx1"/>
              </a:solidFill>
              <a:latin typeface="Times New Roman" pitchFamily="18" charset="0"/>
              <a:cs typeface="Times New Roman" pitchFamily="18" charset="0"/>
            </a:endParaRPr>
          </a:p>
          <a:p>
            <a:endParaRPr lang="en-US" altLang="zh-CN" dirty="0" smtClean="0"/>
          </a:p>
          <a:p>
            <a:endParaRPr lang="en-US" altLang="zh-CN" dirty="0" smtClean="0"/>
          </a:p>
          <a:p>
            <a:endParaRPr lang="en-US" alt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048598"/>
          <p:cNvSpPr>
            <a:spLocks noGrp="1"/>
          </p:cNvSpPr>
          <p:nvPr>
            <p:ph type="title"/>
          </p:nvPr>
        </p:nvSpPr>
        <p:spPr/>
        <p:txBody>
          <a:bodyPr/>
          <a:lstStyle/>
          <a:p>
            <a:r>
              <a:rPr lang="en-US" dirty="0" smtClean="0">
                <a:latin typeface="Times New Roman" pitchFamily="18" charset="0"/>
                <a:cs typeface="Times New Roman" pitchFamily="18" charset="0"/>
              </a:rPr>
              <a:t>CONTENTS</a:t>
            </a:r>
            <a:endParaRPr lang="en-US" dirty="0">
              <a:latin typeface="Times New Roman" pitchFamily="18" charset="0"/>
              <a:cs typeface="Times New Roman" pitchFamily="18" charset="0"/>
            </a:endParaRPr>
          </a:p>
        </p:txBody>
      </p:sp>
      <p:sp>
        <p:nvSpPr>
          <p:cNvPr id="1048600" name="Content Placeholder 1048599"/>
          <p:cNvSpPr>
            <a:spLocks noGrp="1"/>
          </p:cNvSpPr>
          <p:nvPr>
            <p:ph sz="quarter" idx="1"/>
          </p:nvPr>
        </p:nvSpPr>
        <p:spPr>
          <a:ln>
            <a:solidFill>
              <a:schemeClr val="bg1"/>
            </a:solidFill>
            <a:prstDash val="solid"/>
          </a:ln>
        </p:spPr>
        <p:txBody>
          <a:bodyPr>
            <a:normAutofit/>
          </a:bodyPr>
          <a:lstStyle/>
          <a:p>
            <a:pPr>
              <a:buFont typeface="Wingdings" pitchFamily="2" charset="2"/>
              <a:buChar char="q"/>
            </a:pPr>
            <a:r>
              <a:rPr lang="en-US" dirty="0" smtClean="0">
                <a:latin typeface="Times New Roman" pitchFamily="18" charset="0"/>
                <a:cs typeface="Times New Roman" pitchFamily="18" charset="0"/>
              </a:rPr>
              <a:t>Introduction</a:t>
            </a:r>
            <a:endParaRPr lang="en-US" dirty="0">
              <a:latin typeface="Times New Roman" pitchFamily="18" charset="0"/>
              <a:cs typeface="Times New Roman" pitchFamily="18" charset="0"/>
            </a:endParaRPr>
          </a:p>
          <a:p>
            <a:pPr>
              <a:buFont typeface="Wingdings" pitchFamily="2" charset="2"/>
              <a:buChar char="q"/>
            </a:pPr>
            <a:r>
              <a:rPr lang="en-US" dirty="0" smtClean="0">
                <a:latin typeface="Times New Roman" pitchFamily="18" charset="0"/>
                <a:cs typeface="Times New Roman" pitchFamily="18" charset="0"/>
              </a:rPr>
              <a:t>History</a:t>
            </a:r>
            <a:endParaRPr lang="en-US" dirty="0">
              <a:latin typeface="Times New Roman" pitchFamily="18" charset="0"/>
              <a:cs typeface="Times New Roman" pitchFamily="18" charset="0"/>
            </a:endParaRPr>
          </a:p>
          <a:p>
            <a:pPr>
              <a:buFont typeface="Wingdings" pitchFamily="2" charset="2"/>
              <a:buChar char="q"/>
            </a:pPr>
            <a:r>
              <a:rPr lang="en-US" dirty="0">
                <a:latin typeface="Times New Roman" pitchFamily="18" charset="0"/>
                <a:cs typeface="Times New Roman" pitchFamily="18" charset="0"/>
              </a:rPr>
              <a:t>Working principle</a:t>
            </a:r>
          </a:p>
          <a:p>
            <a:pPr>
              <a:buFont typeface="Wingdings" pitchFamily="2" charset="2"/>
              <a:buChar char="q"/>
            </a:pPr>
            <a:r>
              <a:rPr lang="en-US" dirty="0">
                <a:latin typeface="Times New Roman" pitchFamily="18" charset="0"/>
                <a:cs typeface="Times New Roman" pitchFamily="18" charset="0"/>
              </a:rPr>
              <a:t>Features</a:t>
            </a:r>
          </a:p>
          <a:p>
            <a:pPr>
              <a:buFont typeface="Wingdings" pitchFamily="2" charset="2"/>
              <a:buChar char="q"/>
            </a:pPr>
            <a:r>
              <a:rPr lang="en-US" dirty="0">
                <a:latin typeface="Times New Roman" pitchFamily="18" charset="0"/>
                <a:cs typeface="Times New Roman" pitchFamily="18" charset="0"/>
              </a:rPr>
              <a:t>Application</a:t>
            </a:r>
          </a:p>
          <a:p>
            <a:pPr>
              <a:buFont typeface="Wingdings" pitchFamily="2" charset="2"/>
              <a:buChar char="q"/>
            </a:pPr>
            <a:r>
              <a:rPr lang="en-US" dirty="0">
                <a:latin typeface="Times New Roman" pitchFamily="18" charset="0"/>
                <a:cs typeface="Times New Roman" pitchFamily="18" charset="0"/>
              </a:rPr>
              <a:t>Advantages</a:t>
            </a:r>
          </a:p>
          <a:p>
            <a:pPr>
              <a:buFont typeface="Wingdings" pitchFamily="2" charset="2"/>
              <a:buChar char="q"/>
            </a:pPr>
            <a:r>
              <a:rPr lang="en-US" dirty="0">
                <a:latin typeface="Times New Roman" pitchFamily="18" charset="0"/>
                <a:cs typeface="Times New Roman" pitchFamily="18" charset="0"/>
              </a:rPr>
              <a:t>Conclusion</a:t>
            </a:r>
          </a:p>
          <a:p>
            <a:pPr>
              <a:buFont typeface="Wingdings" pitchFamily="2" charset="2"/>
              <a:buChar char="q"/>
            </a:pPr>
            <a:r>
              <a:rPr lang="en-US" dirty="0">
                <a:latin typeface="Times New Roman" pitchFamily="18" charset="0"/>
                <a:cs typeface="Times New Roman" pitchFamily="18" charset="0"/>
              </a:rPr>
              <a:t>Reference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048600"/>
          <p:cNvSpPr>
            <a:spLocks noGrp="1"/>
          </p:cNvSpPr>
          <p:nvPr>
            <p:ph type="title"/>
          </p:nvPr>
        </p:nvSpPr>
        <p:spPr/>
        <p:txBody>
          <a:bodyPr/>
          <a:lstStyle/>
          <a:p>
            <a:r>
              <a:rPr lang="en-US" dirty="0">
                <a:latin typeface="Times New Roman" pitchFamily="18" charset="0"/>
                <a:cs typeface="Times New Roman" pitchFamily="18" charset="0"/>
              </a:rPr>
              <a:t>INTRODUCTION</a:t>
            </a:r>
          </a:p>
        </p:txBody>
      </p:sp>
      <p:sp>
        <p:nvSpPr>
          <p:cNvPr id="1048602" name="Content Placeholder 1048601"/>
          <p:cNvSpPr>
            <a:spLocks noGrp="1"/>
          </p:cNvSpPr>
          <p:nvPr>
            <p:ph sz="quarter" idx="1"/>
          </p:nvPr>
        </p:nvSpPr>
        <p:spPr/>
        <p:txBody>
          <a:bodyPr/>
          <a:lstStyle/>
          <a:p>
            <a:pPr algn="just">
              <a:buFont typeface="Wingdings" pitchFamily="2" charset="2"/>
              <a:buChar char="q"/>
            </a:pPr>
            <a:r>
              <a:rPr lang="en-US" dirty="0" smtClean="0">
                <a:latin typeface="Times New Roman" pitchFamily="18" charset="0"/>
                <a:cs typeface="Times New Roman" pitchFamily="18" charset="0"/>
              </a:rPr>
              <a:t>Automatic floor cleaner is an electromechanical machine used for commercial and house holds purpose.</a:t>
            </a:r>
          </a:p>
          <a:p>
            <a:pPr algn="just">
              <a:buFont typeface="Wingdings" pitchFamily="2" charset="2"/>
              <a:buChar char="q"/>
            </a:pPr>
            <a:r>
              <a:rPr lang="en-US" dirty="0" smtClean="0">
                <a:latin typeface="Times New Roman" pitchFamily="18" charset="0"/>
                <a:cs typeface="Times New Roman" pitchFamily="18" charset="0"/>
              </a:rPr>
              <a:t>Initially the main focus was on having a cleaning device. As the time pass on many improvements were made and more efficient appliances were developed.</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048602"/>
          <p:cNvSpPr>
            <a:spLocks noGrp="1"/>
          </p:cNvSpPr>
          <p:nvPr>
            <p:ph type="title"/>
          </p:nvPr>
        </p:nvSpPr>
        <p:spPr/>
        <p:txBody>
          <a:bodyPr/>
          <a:lstStyle/>
          <a:p>
            <a:r>
              <a:rPr lang="en-US" dirty="0">
                <a:latin typeface="Times New Roman" pitchFamily="18" charset="0"/>
                <a:cs typeface="Times New Roman" pitchFamily="18" charset="0"/>
              </a:rPr>
              <a:t>HISTORY</a:t>
            </a:r>
          </a:p>
        </p:txBody>
      </p:sp>
      <p:sp>
        <p:nvSpPr>
          <p:cNvPr id="1048604" name="Content Placeholder 1048603"/>
          <p:cNvSpPr>
            <a:spLocks noGrp="1"/>
          </p:cNvSpPr>
          <p:nvPr>
            <p:ph sz="quarter" idx="1"/>
          </p:nvPr>
        </p:nvSpPr>
        <p:spPr/>
        <p:txBody>
          <a:bodyPr>
            <a:normAutofit fontScale="96429"/>
          </a:bodyPr>
          <a:lstStyle/>
          <a:p>
            <a:pPr algn="just">
              <a:buFont typeface="Wingdings" pitchFamily="2" charset="2"/>
              <a:buChar char="q"/>
            </a:pPr>
            <a:r>
              <a:rPr lang="en-US" dirty="0">
                <a:latin typeface="Times New Roman" pitchFamily="18" charset="0"/>
                <a:cs typeface="Times New Roman" pitchFamily="18" charset="0"/>
              </a:rPr>
              <a:t>Cleaning the floor, especially in the kitchen, is one of life's annoying little chores that must be performed on a regular basis in order to avoid a buildup of debris. The standard method for floor cleaning relies on sweeping the floor and thereafter running a damp cloth or a mop across the swept floor. </a:t>
            </a:r>
          </a:p>
          <a:p>
            <a:pPr algn="just">
              <a:buFont typeface="Wingdings" pitchFamily="2" charset="2"/>
              <a:buChar char="q"/>
            </a:pPr>
            <a:r>
              <a:rPr lang="en-US" dirty="0">
                <a:latin typeface="Times New Roman" pitchFamily="18" charset="0"/>
                <a:cs typeface="Times New Roman" pitchFamily="18" charset="0"/>
              </a:rPr>
              <a:t>In order to overcome the time and labor intensity associated with floor cleaning, automated floor cleaning systems have been proposed.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048604"/>
          <p:cNvSpPr>
            <a:spLocks noGrp="1"/>
          </p:cNvSpPr>
          <p:nvPr>
            <p:ph type="title"/>
          </p:nvPr>
        </p:nvSpPr>
        <p:spPr/>
        <p:txBody>
          <a:bodyPr/>
          <a:lstStyle/>
          <a:p>
            <a:r>
              <a:rPr lang="en-US" dirty="0">
                <a:latin typeface="Times New Roman" pitchFamily="18" charset="0"/>
                <a:cs typeface="Times New Roman" pitchFamily="18" charset="0"/>
              </a:rPr>
              <a:t>FEATURES</a:t>
            </a:r>
          </a:p>
        </p:txBody>
      </p:sp>
      <p:sp>
        <p:nvSpPr>
          <p:cNvPr id="1048606" name="Content Placeholder 1048605"/>
          <p:cNvSpPr>
            <a:spLocks noGrp="1"/>
          </p:cNvSpPr>
          <p:nvPr>
            <p:ph sz="quarter" idx="1"/>
          </p:nvPr>
        </p:nvSpPr>
        <p:spPr>
          <a:xfrm>
            <a:off x="914400" y="1783560"/>
            <a:ext cx="7772400" cy="3977160"/>
          </a:xfrm>
        </p:spPr>
        <p:txBody>
          <a:bodyPr/>
          <a:lstStyle/>
          <a:p>
            <a:pPr marL="0" indent="0">
              <a:buNone/>
            </a:pPr>
            <a:endParaRPr lang="en-US"/>
          </a:p>
          <a:p>
            <a:endParaRPr lang="en-US"/>
          </a:p>
        </p:txBody>
      </p:sp>
      <p:sp>
        <p:nvSpPr>
          <p:cNvPr id="1048607" name="Content Placeholder 1048606"/>
          <p:cNvSpPr>
            <a:spLocks noGrp="1"/>
          </p:cNvSpPr>
          <p:nvPr>
            <p:ph idx="4294967295"/>
          </p:nvPr>
        </p:nvSpPr>
        <p:spPr>
          <a:xfrm>
            <a:off x="670447" y="1686493"/>
            <a:ext cx="7886700" cy="42910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q"/>
            </a:pPr>
            <a:r>
              <a:rPr lang="en-US" dirty="0">
                <a:latin typeface="Times New Roman" pitchFamily="18" charset="0"/>
                <a:cs typeface="Times New Roman" pitchFamily="18" charset="0"/>
              </a:rPr>
              <a:t>8-bit CPU.</a:t>
            </a:r>
          </a:p>
          <a:p>
            <a:pPr>
              <a:buFont typeface="Wingdings" pitchFamily="2" charset="2"/>
              <a:buChar char="q"/>
            </a:pPr>
            <a:r>
              <a:rPr lang="en-US" dirty="0">
                <a:latin typeface="Times New Roman" pitchFamily="18" charset="0"/>
                <a:cs typeface="Times New Roman" pitchFamily="18" charset="0"/>
              </a:rPr>
              <a:t>16-bit Program Counter.</a:t>
            </a:r>
          </a:p>
          <a:p>
            <a:pPr>
              <a:buFont typeface="Wingdings" pitchFamily="2" charset="2"/>
              <a:buChar char="q"/>
            </a:pPr>
            <a:r>
              <a:rPr lang="en-US" dirty="0">
                <a:latin typeface="Times New Roman" pitchFamily="18" charset="0"/>
                <a:cs typeface="Times New Roman" pitchFamily="18" charset="0"/>
              </a:rPr>
              <a:t>8-bit Processor Status Word (PSW)</a:t>
            </a:r>
          </a:p>
          <a:p>
            <a:pPr>
              <a:buFont typeface="Wingdings" pitchFamily="2" charset="2"/>
              <a:buChar char="q"/>
            </a:pPr>
            <a:r>
              <a:rPr lang="en-US" dirty="0">
                <a:latin typeface="Times New Roman" pitchFamily="18" charset="0"/>
                <a:cs typeface="Times New Roman" pitchFamily="18" charset="0"/>
              </a:rPr>
              <a:t>8-bit Stack Pointer.</a:t>
            </a:r>
          </a:p>
          <a:p>
            <a:pPr>
              <a:buFont typeface="Wingdings" pitchFamily="2" charset="2"/>
              <a:buChar char="q"/>
            </a:pPr>
            <a:r>
              <a:rPr lang="en-US" dirty="0">
                <a:latin typeface="Times New Roman" pitchFamily="18" charset="0"/>
                <a:cs typeface="Times New Roman" pitchFamily="18" charset="0"/>
              </a:rPr>
              <a:t>Internal RAM of 128bytes.</a:t>
            </a:r>
          </a:p>
          <a:p>
            <a:pPr>
              <a:buFont typeface="Wingdings" pitchFamily="2" charset="2"/>
              <a:buChar char="q"/>
            </a:pPr>
            <a:r>
              <a:rPr lang="en-US" dirty="0">
                <a:latin typeface="Times New Roman" pitchFamily="18" charset="0"/>
                <a:cs typeface="Times New Roman" pitchFamily="18" charset="0"/>
              </a:rPr>
              <a:t>Special Function Registers (SFRs) of 128 bytes.</a:t>
            </a:r>
          </a:p>
          <a:p>
            <a:pPr>
              <a:buFont typeface="Wingdings" pitchFamily="2" charset="2"/>
              <a:buChar char="q"/>
            </a:pPr>
            <a:r>
              <a:rPr lang="en-US" dirty="0">
                <a:latin typeface="Times New Roman" pitchFamily="18" charset="0"/>
                <a:cs typeface="Times New Roman" pitchFamily="18" charset="0"/>
              </a:rPr>
              <a:t>32 I/O pins arranged as four 8-bit ports (P0 - P3)</a:t>
            </a:r>
          </a:p>
          <a:p>
            <a:pPr>
              <a:buFont typeface="Wingdings" pitchFamily="2" charset="2"/>
              <a:buChar char="q"/>
            </a:pPr>
            <a:r>
              <a:rPr lang="en-US" dirty="0">
                <a:latin typeface="Times New Roman" pitchFamily="18" charset="0"/>
                <a:cs typeface="Times New Roman" pitchFamily="18" charset="0"/>
              </a:rPr>
              <a:t>Two 16-bit timer/counters : T0 and T1.</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048612"/>
          <p:cNvSpPr>
            <a:spLocks noGrp="1"/>
          </p:cNvSpPr>
          <p:nvPr>
            <p:ph type="title"/>
          </p:nvPr>
        </p:nvSpPr>
        <p:spPr/>
        <p:txBody>
          <a:bodyPr/>
          <a:lstStyle/>
          <a:p>
            <a:r>
              <a:rPr lang="en-US" dirty="0" smtClean="0">
                <a:latin typeface="Times New Roman" pitchFamily="18" charset="0"/>
                <a:cs typeface="Times New Roman" pitchFamily="18" charset="0"/>
              </a:rPr>
              <a:t>WORKING PRINCIPLE</a:t>
            </a:r>
            <a:endParaRPr lang="en-US" dirty="0">
              <a:latin typeface="Times New Roman" pitchFamily="18" charset="0"/>
              <a:cs typeface="Times New Roman" pitchFamily="18" charset="0"/>
            </a:endParaRPr>
          </a:p>
        </p:txBody>
      </p:sp>
      <p:sp>
        <p:nvSpPr>
          <p:cNvPr id="1048614" name="Content Placeholder 1048613"/>
          <p:cNvSpPr>
            <a:spLocks noGrp="1"/>
          </p:cNvSpPr>
          <p:nvPr>
            <p:ph sz="quarter" idx="1"/>
          </p:nvPr>
        </p:nvSpPr>
        <p:spPr>
          <a:xfrm>
            <a:off x="471043" y="1797208"/>
            <a:ext cx="7772400" cy="4572000"/>
          </a:xfrm>
        </p:spPr>
        <p:txBody>
          <a:bodyPr>
            <a:normAutofit fontScale="97143"/>
          </a:bodyPr>
          <a:lstStyle/>
          <a:p>
            <a:pPr algn="just">
              <a:buFont typeface="Wingdings" pitchFamily="2" charset="2"/>
              <a:buChar char="q"/>
            </a:pPr>
            <a:r>
              <a:rPr lang="en-US" dirty="0">
                <a:latin typeface="Times New Roman" pitchFamily="18" charset="0"/>
                <a:cs typeface="Times New Roman" pitchFamily="18" charset="0"/>
              </a:rPr>
              <a:t>The cleaning liquid is mixed in proper proportion and it is poured into the reservoir through the top way.  The cleaning liquid is poured until the tanks are filled.  Actuating the lever opens the valve. Cleaning liquid from the tank spills on the brush.  After the required amount is delivered, the lever is released and the machine is switched ON.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0" name="Title 1048589"/>
          <p:cNvSpPr>
            <a:spLocks noGrp="1"/>
          </p:cNvSpPr>
          <p:nvPr>
            <p:ph type="title"/>
          </p:nvPr>
        </p:nvSpPr>
        <p:spPr>
          <a:xfrm>
            <a:off x="571704" y="324134"/>
            <a:ext cx="8153400" cy="990600"/>
          </a:xfrm>
        </p:spPr>
        <p:txBody>
          <a:bodyPr>
            <a:normAutofit/>
          </a:bodyPr>
          <a:lstStyle/>
          <a:p>
            <a:r>
              <a:rPr lang="en-US" dirty="0" smtClean="0">
                <a:latin typeface="Times New Roman" pitchFamily="18" charset="0"/>
                <a:cs typeface="Times New Roman" pitchFamily="18" charset="0"/>
              </a:rPr>
              <a:t>APPLICATIONS</a:t>
            </a:r>
            <a:endParaRPr lang="en-US" dirty="0">
              <a:latin typeface="Times New Roman" pitchFamily="18" charset="0"/>
              <a:cs typeface="Times New Roman" pitchFamily="18" charset="0"/>
            </a:endParaRPr>
          </a:p>
        </p:txBody>
      </p:sp>
      <p:sp>
        <p:nvSpPr>
          <p:cNvPr id="1048591" name="Content Placeholder 1048590"/>
          <p:cNvSpPr>
            <a:spLocks noGrp="1"/>
          </p:cNvSpPr>
          <p:nvPr>
            <p:ph sz="quarter" idx="1"/>
          </p:nvPr>
        </p:nvSpPr>
        <p:spPr>
          <a:xfrm>
            <a:off x="575156" y="1755680"/>
            <a:ext cx="7772400" cy="4572000"/>
          </a:xfrm>
        </p:spPr>
        <p:txBody>
          <a:bodyPr/>
          <a:lstStyle/>
          <a:p>
            <a:pPr>
              <a:buFont typeface="Wingdings" pitchFamily="2" charset="2"/>
              <a:buChar char="q"/>
            </a:pPr>
            <a:r>
              <a:rPr lang="en-US" dirty="0">
                <a:latin typeface="Times New Roman" pitchFamily="18" charset="0"/>
                <a:cs typeface="Times New Roman" pitchFamily="18" charset="0"/>
              </a:rPr>
              <a:t>Arm processor are used in networking application.</a:t>
            </a:r>
          </a:p>
          <a:p>
            <a:pPr>
              <a:buFont typeface="Wingdings" pitchFamily="2" charset="2"/>
              <a:buChar char="q"/>
            </a:pPr>
            <a:r>
              <a:rPr lang="en-US" dirty="0">
                <a:latin typeface="Times New Roman" pitchFamily="18" charset="0"/>
                <a:cs typeface="Times New Roman" pitchFamily="18" charset="0"/>
              </a:rPr>
              <a:t>Arm processors are used in Mobile devices in largest applications.</a:t>
            </a:r>
          </a:p>
          <a:p>
            <a:pPr>
              <a:buFont typeface="Wingdings" pitchFamily="2" charset="2"/>
              <a:buChar char="q"/>
            </a:pPr>
            <a:r>
              <a:rPr lang="en-US" dirty="0">
                <a:latin typeface="Times New Roman" pitchFamily="18" charset="0"/>
                <a:cs typeface="Times New Roman" pitchFamily="18" charset="0"/>
              </a:rPr>
              <a:t>Arm processors are so found in mass storage devices.</a:t>
            </a:r>
          </a:p>
          <a:p>
            <a:pPr>
              <a:buFont typeface="Wingdings" pitchFamily="2" charset="2"/>
              <a:buChar char="q"/>
            </a:pPr>
            <a:r>
              <a:rPr lang="en-US" dirty="0">
                <a:latin typeface="Times New Roman" pitchFamily="18" charset="0"/>
                <a:cs typeface="Times New Roman" pitchFamily="18" charset="0"/>
              </a:rPr>
              <a:t>Arm processors are used in imaging product.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1048587"/>
          <p:cNvSpPr>
            <a:spLocks noGrp="1"/>
          </p:cNvSpPr>
          <p:nvPr>
            <p:ph type="title"/>
          </p:nvPr>
        </p:nvSpPr>
        <p:spPr>
          <a:xfrm>
            <a:off x="613833" y="0"/>
            <a:ext cx="7886700" cy="1325563"/>
          </a:xfrm>
        </p:spPr>
        <p:txBody>
          <a:bodyPr/>
          <a:lstStyle/>
          <a:p>
            <a:r>
              <a:rPr lang="en-US" dirty="0" smtClean="0">
                <a:latin typeface="Times New Roman" pitchFamily="18" charset="0"/>
                <a:cs typeface="Times New Roman" pitchFamily="18" charset="0"/>
              </a:rPr>
              <a:t>ADVANTAGES</a:t>
            </a:r>
            <a:endParaRPr lang="en-US" dirty="0">
              <a:latin typeface="Times New Roman" pitchFamily="18" charset="0"/>
              <a:cs typeface="Times New Roman" pitchFamily="18" charset="0"/>
            </a:endParaRPr>
          </a:p>
        </p:txBody>
      </p:sp>
      <p:sp>
        <p:nvSpPr>
          <p:cNvPr id="1048589" name="Content Placeholder 1048588"/>
          <p:cNvSpPr>
            <a:spLocks noGrp="1"/>
          </p:cNvSpPr>
          <p:nvPr>
            <p:ph sz="quarter" idx="1"/>
          </p:nvPr>
        </p:nvSpPr>
        <p:spPr/>
        <p:txBody>
          <a:bodyPr>
            <a:normAutofit/>
          </a:bodyPr>
          <a:lstStyle/>
          <a:p>
            <a:pPr algn="just">
              <a:buFont typeface="Wingdings" pitchFamily="2" charset="2"/>
              <a:buChar char="q"/>
            </a:pPr>
            <a:r>
              <a:rPr lang="en-US" dirty="0" smtClean="0">
                <a:latin typeface="Times New Roman" pitchFamily="18" charset="0"/>
                <a:cs typeface="Times New Roman" pitchFamily="18" charset="0"/>
              </a:rPr>
              <a:t>Low time required for performing </a:t>
            </a:r>
            <a:r>
              <a:rPr lang="en-US" dirty="0" smtClean="0">
                <a:latin typeface="Times New Roman" pitchFamily="18" charset="0"/>
                <a:cs typeface="Times New Roman" pitchFamily="18" charset="0"/>
              </a:rPr>
              <a:t>operation</a:t>
            </a:r>
          </a:p>
          <a:p>
            <a:pPr algn="just" fontAlgn="base">
              <a:buFont typeface="Wingdings" pitchFamily="2" charset="2"/>
              <a:buChar char="q"/>
            </a:pPr>
            <a:r>
              <a:rPr lang="en-US" dirty="0" smtClean="0">
                <a:latin typeface="Times New Roman" pitchFamily="18" charset="0"/>
                <a:cs typeface="Times New Roman" pitchFamily="18" charset="0"/>
              </a:rPr>
              <a:t>The processor chips are very small and flexibility occurs.</a:t>
            </a:r>
          </a:p>
          <a:p>
            <a:pPr algn="just" fontAlgn="base">
              <a:buFont typeface="Wingdings" pitchFamily="2" charset="2"/>
              <a:buChar char="q"/>
            </a:pPr>
            <a:r>
              <a:rPr lang="en-US" dirty="0" smtClean="0">
                <a:latin typeface="Times New Roman" pitchFamily="18" charset="0"/>
                <a:cs typeface="Times New Roman" pitchFamily="18" charset="0"/>
              </a:rPr>
              <a:t>Due to their higher integration, cost and size of the system is reduced.</a:t>
            </a:r>
          </a:p>
          <a:p>
            <a:pPr algn="just" fontAlgn="base">
              <a:buFont typeface="Wingdings" pitchFamily="2" charset="2"/>
              <a:buChar char="q"/>
            </a:pPr>
            <a:r>
              <a:rPr lang="en-US" dirty="0" smtClean="0">
                <a:latin typeface="Times New Roman" pitchFamily="18" charset="0"/>
                <a:cs typeface="Times New Roman" pitchFamily="18" charset="0"/>
              </a:rPr>
              <a:t>At </a:t>
            </a:r>
            <a:r>
              <a:rPr lang="en-US" dirty="0" smtClean="0">
                <a:latin typeface="Times New Roman" pitchFamily="18" charset="0"/>
                <a:cs typeface="Times New Roman" pitchFamily="18" charset="0"/>
              </a:rPr>
              <a:t>the same time many task can be performed so human effect can saved.</a:t>
            </a:r>
          </a:p>
          <a:p>
            <a:pPr algn="just" fontAlgn="base">
              <a:buFont typeface="Wingdings" pitchFamily="2" charset="2"/>
              <a:buChar char="q"/>
            </a:pPr>
            <a:r>
              <a:rPr lang="en-US" dirty="0" smtClean="0">
                <a:latin typeface="Times New Roman" pitchFamily="18" charset="0"/>
                <a:cs typeface="Times New Roman" pitchFamily="18" charset="0"/>
              </a:rPr>
              <a:t>It </a:t>
            </a:r>
            <a:r>
              <a:rPr lang="en-US" dirty="0" smtClean="0">
                <a:latin typeface="Times New Roman" pitchFamily="18" charset="0"/>
                <a:cs typeface="Times New Roman" pitchFamily="18" charset="0"/>
              </a:rPr>
              <a:t>is easy to use, troubleshooting and systems maintain is simple</a:t>
            </a:r>
          </a:p>
          <a:p>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DISADVANTAGES</a:t>
            </a:r>
            <a:endParaRPr lang="en-US"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fontAlgn="base">
              <a:buFont typeface="Wingdings" pitchFamily="2" charset="2"/>
              <a:buChar char="q"/>
            </a:pPr>
            <a:r>
              <a:rPr lang="en-US" dirty="0" smtClean="0">
                <a:latin typeface="Times New Roman" pitchFamily="18" charset="0"/>
                <a:cs typeface="Times New Roman" pitchFamily="18" charset="0"/>
              </a:rPr>
              <a:t>The microcontroller cannot interface high power devices directly.</a:t>
            </a:r>
          </a:p>
          <a:p>
            <a:pPr fontAlgn="base">
              <a:buFont typeface="Wingdings" pitchFamily="2" charset="2"/>
              <a:buChar char="q"/>
            </a:pPr>
            <a:r>
              <a:rPr lang="en-US" dirty="0" smtClean="0">
                <a:latin typeface="Times New Roman" pitchFamily="18" charset="0"/>
                <a:cs typeface="Times New Roman" pitchFamily="18" charset="0"/>
              </a:rPr>
              <a:t>It has more complex structure as compared to </a:t>
            </a:r>
            <a:r>
              <a:rPr lang="en-US" dirty="0" smtClean="0">
                <a:latin typeface="Times New Roman" pitchFamily="18" charset="0"/>
                <a:cs typeface="Times New Roman" pitchFamily="18" charset="0"/>
              </a:rPr>
              <a:t>microprocessor.</a:t>
            </a:r>
            <a:endParaRPr lang="en-US" dirty="0" smtClean="0">
              <a:latin typeface="Times New Roman" pitchFamily="18" charset="0"/>
              <a:cs typeface="Times New Roman" pitchFamily="18" charset="0"/>
            </a:endParaRPr>
          </a:p>
          <a:p>
            <a:pPr fontAlgn="base">
              <a:buFont typeface="Wingdings" pitchFamily="2" charset="2"/>
              <a:buChar char="q"/>
            </a:pPr>
            <a:r>
              <a:rPr lang="en-US" dirty="0" smtClean="0">
                <a:latin typeface="Times New Roman" pitchFamily="18" charset="0"/>
                <a:cs typeface="Times New Roman" pitchFamily="18" charset="0"/>
              </a:rPr>
              <a:t>It only performed limited number of executions simultaneously.</a:t>
            </a:r>
          </a:p>
          <a:p>
            <a:pPr fontAlgn="base">
              <a:buFont typeface="Wingdings" pitchFamily="2" charset="2"/>
              <a:buChar char="q"/>
            </a:pPr>
            <a:r>
              <a:rPr lang="en-US" dirty="0" smtClean="0">
                <a:latin typeface="Times New Roman" pitchFamily="18" charset="0"/>
                <a:cs typeface="Times New Roman" pitchFamily="18" charset="0"/>
              </a:rPr>
              <a:t>It is generally used in micro equipment.</a:t>
            </a:r>
          </a:p>
          <a:p>
            <a:pPr>
              <a:buFont typeface="Wingdings" pitchFamily="2" charset="2"/>
              <a:buChar char="q"/>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048585"/>
          <p:cNvSpPr>
            <a:spLocks noGrp="1"/>
          </p:cNvSpPr>
          <p:nvPr>
            <p:ph type="title"/>
          </p:nvPr>
        </p:nvSpPr>
        <p:spPr/>
        <p:txBody>
          <a:bodyPr/>
          <a:lstStyle/>
          <a:p>
            <a:r>
              <a:rPr lang="en-US" dirty="0">
                <a:latin typeface="Times New Roman" pitchFamily="18" charset="0"/>
                <a:cs typeface="Times New Roman" pitchFamily="18" charset="0"/>
              </a:rPr>
              <a:t>CONCLUSION</a:t>
            </a:r>
          </a:p>
        </p:txBody>
      </p:sp>
      <p:sp>
        <p:nvSpPr>
          <p:cNvPr id="1048587" name="Content Placeholder 1048586"/>
          <p:cNvSpPr>
            <a:spLocks noGrp="1"/>
          </p:cNvSpPr>
          <p:nvPr>
            <p:ph sz="quarter" idx="1"/>
          </p:nvPr>
        </p:nvSpPr>
        <p:spPr/>
        <p:txBody>
          <a:bodyPr/>
          <a:lstStyle/>
          <a:p>
            <a:pPr marL="0" indent="0" algn="just">
              <a:buSzPct val="100000"/>
              <a:buFont typeface="Wingdings" pitchFamily="2" charset="2"/>
              <a:buChar char="q"/>
            </a:pPr>
            <a:r>
              <a:rPr lang="en-US" dirty="0" smtClean="0">
                <a:latin typeface="Times New Roman" pitchFamily="18" charset="0"/>
                <a:cs typeface="Times New Roman" pitchFamily="18" charset="0"/>
              </a:rPr>
              <a:t>Since in project the floor cleaner is incorporated 	with different devices like DC motors, 	ultrasonic sensors etc., so it will easy to handle 	it also saves time and will work automatically 	for cleaning purpose at homes and offices.</a:t>
            </a:r>
          </a:p>
          <a:p>
            <a:pPr marL="0" indent="0" algn="just">
              <a:buNone/>
            </a:pP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2514" y="2729552"/>
            <a:ext cx="7629098" cy="1862048"/>
          </a:xfrm>
          <a:prstGeom prst="rect">
            <a:avLst/>
          </a:prstGeom>
          <a:noFill/>
        </p:spPr>
        <p:txBody>
          <a:bodyPr wrap="square" lIns="91440" tIns="45720" rIns="91440" bIns="45720">
            <a:spAutoFit/>
          </a:bodyPr>
          <a:lstStyle/>
          <a:p>
            <a:pPr algn="ctr"/>
            <a:r>
              <a:rPr lang="en-US" sz="11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endParaRPr lang="en-US" sz="115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45</TotalTime>
  <Words>387</Words>
  <Application>WPS Office</Application>
  <PresentationFormat>On-screen Show (4:3)</PresentationFormat>
  <Paragraphs>54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Median</vt:lpstr>
      <vt:lpstr>AUTOMATIC FLOOR CLEANER</vt:lpstr>
      <vt:lpstr>CONTENTS</vt:lpstr>
      <vt:lpstr>INTRODUCTION</vt:lpstr>
      <vt:lpstr>HISTORY</vt:lpstr>
      <vt:lpstr>FEATURES</vt:lpstr>
      <vt:lpstr>WORKING PRINCIPLE</vt:lpstr>
      <vt:lpstr>APPLICATIONS</vt:lpstr>
      <vt:lpstr>ADVANTAGES</vt:lpstr>
      <vt:lpstr>DISADVANTAGES</vt:lpstr>
      <vt:lpstr>CONCLUSION</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FLOOR CLEANER</dc:title>
  <dc:creator>HM 1SW</dc:creator>
  <cp:lastModifiedBy>Dell08</cp:lastModifiedBy>
  <cp:revision>8</cp:revision>
  <dcterms:created xsi:type="dcterms:W3CDTF">2015-05-05T01:30:45Z</dcterms:created>
  <dcterms:modified xsi:type="dcterms:W3CDTF">2018-10-27T11:32:26Z</dcterms:modified>
</cp:coreProperties>
</file>